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2CFEE"/>
    <a:srgbClr val="FBE3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0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5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49F956-9BE7-4F60-875A-212F27B38D0F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CE6AB-1FA3-4150-B1B4-482BB4CA1CD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071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CE6AB-1FA3-4150-B1B4-482BB4CA1CD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1263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5054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988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0351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647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496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4612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017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808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95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336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254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D2C66-B413-46AF-AA54-D3B59D4E3C45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EE9BC-6703-4DBF-BDED-424850BC48F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57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그룹 69">
            <a:extLst>
              <a:ext uri="{FF2B5EF4-FFF2-40B4-BE49-F238E27FC236}">
                <a16:creationId xmlns:a16="http://schemas.microsoft.com/office/drawing/2014/main" id="{9823E418-9F51-2282-C81D-0FC9A2D13214}"/>
              </a:ext>
            </a:extLst>
          </p:cNvPr>
          <p:cNvGrpSpPr/>
          <p:nvPr/>
        </p:nvGrpSpPr>
        <p:grpSpPr>
          <a:xfrm>
            <a:off x="1207534" y="2238376"/>
            <a:ext cx="6728931" cy="2765784"/>
            <a:chOff x="149020" y="512329"/>
            <a:chExt cx="6728931" cy="2765784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BD8E12F8-72CC-307A-0A2E-8667CEA39F3A}"/>
                </a:ext>
              </a:extLst>
            </p:cNvPr>
            <p:cNvSpPr/>
            <p:nvPr/>
          </p:nvSpPr>
          <p:spPr>
            <a:xfrm>
              <a:off x="4720779" y="1523336"/>
              <a:ext cx="1523161" cy="7511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tlCol="0" anchor="ctr"/>
            <a:lstStyle/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en-US" altLang="ko-KR" sz="1100" dirty="0">
                  <a:solidFill>
                    <a:schemeClr val="tx1"/>
                  </a:solidFill>
                </a:rPr>
                <a:t>12</a:t>
              </a:r>
              <a:r>
                <a:rPr lang="ko-KR" altLang="en-US" sz="1100" dirty="0">
                  <a:solidFill>
                    <a:schemeClr val="tx1"/>
                  </a:solidFill>
                </a:rPr>
                <a:t>시</a:t>
              </a: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5F7A26D2-7D45-65EB-5EBA-0E6B1E647DB7}"/>
                </a:ext>
              </a:extLst>
            </p:cNvPr>
            <p:cNvSpPr/>
            <p:nvPr/>
          </p:nvSpPr>
          <p:spPr>
            <a:xfrm>
              <a:off x="3199361" y="1523524"/>
              <a:ext cx="1523161" cy="7511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en-US" altLang="ko-KR" sz="1100" dirty="0">
                  <a:solidFill>
                    <a:schemeClr val="tx1"/>
                  </a:solidFill>
                </a:rPr>
                <a:t>D+2</a:t>
              </a:r>
              <a:r>
                <a:rPr lang="ko-KR" altLang="en-US" sz="1100" dirty="0">
                  <a:solidFill>
                    <a:schemeClr val="tx1"/>
                  </a:solidFill>
                </a:rPr>
                <a:t>일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en-US" altLang="ko-KR" sz="1100" dirty="0">
                  <a:solidFill>
                    <a:schemeClr val="tx1"/>
                  </a:solidFill>
                </a:rPr>
                <a:t>00</a:t>
              </a:r>
              <a:r>
                <a:rPr lang="ko-KR" altLang="en-US" sz="1100" dirty="0">
                  <a:solidFill>
                    <a:schemeClr val="tx1"/>
                  </a:solidFill>
                </a:rPr>
                <a:t>시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2DF768BA-A7DC-4F9D-742F-DC96F50E6274}"/>
                </a:ext>
              </a:extLst>
            </p:cNvPr>
            <p:cNvSpPr/>
            <p:nvPr/>
          </p:nvSpPr>
          <p:spPr>
            <a:xfrm>
              <a:off x="1676993" y="1524130"/>
              <a:ext cx="1523161" cy="7511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tlCol="0" anchor="ctr"/>
            <a:lstStyle/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en-US" altLang="ko-KR" sz="1100" dirty="0">
                  <a:solidFill>
                    <a:schemeClr val="tx1"/>
                  </a:solidFill>
                </a:rPr>
                <a:t>12</a:t>
              </a:r>
              <a:r>
                <a:rPr lang="ko-KR" altLang="en-US" sz="1100" dirty="0">
                  <a:solidFill>
                    <a:schemeClr val="tx1"/>
                  </a:solidFill>
                </a:rPr>
                <a:t>시</a:t>
              </a: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59BA59A-E937-1505-F839-D6680762090F}"/>
                </a:ext>
              </a:extLst>
            </p:cNvPr>
            <p:cNvSpPr/>
            <p:nvPr/>
          </p:nvSpPr>
          <p:spPr>
            <a:xfrm>
              <a:off x="155575" y="1525906"/>
              <a:ext cx="1523161" cy="75114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270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" rtlCol="0" anchor="ctr"/>
            <a:lstStyle/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en-US" altLang="ko-KR" sz="1100" dirty="0">
                  <a:solidFill>
                    <a:schemeClr val="tx1"/>
                  </a:solidFill>
                </a:rPr>
                <a:t>D+1</a:t>
              </a:r>
              <a:r>
                <a:rPr lang="ko-KR" altLang="en-US" sz="1100" dirty="0">
                  <a:solidFill>
                    <a:schemeClr val="tx1"/>
                  </a:solidFill>
                </a:rPr>
                <a:t>일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r>
                <a:rPr lang="en-US" altLang="ko-KR" sz="1100" dirty="0">
                  <a:solidFill>
                    <a:schemeClr val="tx1"/>
                  </a:solidFill>
                </a:rPr>
                <a:t>00</a:t>
              </a:r>
              <a:r>
                <a:rPr lang="ko-KR" altLang="en-US" sz="1100" dirty="0">
                  <a:solidFill>
                    <a:schemeClr val="tx1"/>
                  </a:solidFill>
                </a:rPr>
                <a:t>시</a:t>
              </a:r>
            </a:p>
          </p:txBody>
        </p:sp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ACD11B38-ECD5-87F5-91B4-EC9FAFE01338}"/>
                </a:ext>
              </a:extLst>
            </p:cNvPr>
            <p:cNvSpPr/>
            <p:nvPr/>
          </p:nvSpPr>
          <p:spPr>
            <a:xfrm>
              <a:off x="149020" y="1531454"/>
              <a:ext cx="3061554" cy="7371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8765F138-9BC0-B6BC-A362-B52B79FF8627}"/>
                </a:ext>
              </a:extLst>
            </p:cNvPr>
            <p:cNvSpPr/>
            <p:nvPr/>
          </p:nvSpPr>
          <p:spPr>
            <a:xfrm>
              <a:off x="3210963" y="1531454"/>
              <a:ext cx="3032181" cy="737171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C3B0E2F1-0853-3B4B-78C2-C52D817741D6}"/>
                </a:ext>
              </a:extLst>
            </p:cNvPr>
            <p:cNvSpPr/>
            <p:nvPr/>
          </p:nvSpPr>
          <p:spPr>
            <a:xfrm>
              <a:off x="1233485" y="1588398"/>
              <a:ext cx="1476301" cy="450542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69804"/>
              </a:schemeClr>
            </a:solidFill>
            <a:ln w="9525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rtlCol="0" anchor="t" anchorCtr="0"/>
            <a:lstStyle/>
            <a:p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09:00                                18:00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ADAD6C1-C4EA-7646-C354-8B1E1AD2985F}"/>
                </a:ext>
              </a:extLst>
            </p:cNvPr>
            <p:cNvSpPr/>
            <p:nvPr/>
          </p:nvSpPr>
          <p:spPr>
            <a:xfrm>
              <a:off x="1785358" y="2224674"/>
              <a:ext cx="638825" cy="55418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A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1819C064-9073-AA9B-BCE2-A640551BDF4F}"/>
                </a:ext>
              </a:extLst>
            </p:cNvPr>
            <p:cNvSpPr/>
            <p:nvPr/>
          </p:nvSpPr>
          <p:spPr>
            <a:xfrm>
              <a:off x="2430533" y="2224386"/>
              <a:ext cx="267855" cy="55418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A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F130D33-4E95-D7E2-BB01-76CC5DCB183D}"/>
                </a:ext>
              </a:extLst>
            </p:cNvPr>
            <p:cNvSpPr txBox="1"/>
            <p:nvPr/>
          </p:nvSpPr>
          <p:spPr>
            <a:xfrm>
              <a:off x="1657854" y="3024197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12:30</a:t>
              </a:r>
              <a:endParaRPr lang="ko-KR" altLang="en-US" sz="1050" dirty="0"/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46C5B365-EBCE-DBD7-B311-AD105D53FD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8533" y="2738447"/>
              <a:ext cx="0" cy="292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B40F29C-4563-D59E-0627-CE64CB21E147}"/>
                </a:ext>
              </a:extLst>
            </p:cNvPr>
            <p:cNvSpPr txBox="1"/>
            <p:nvPr/>
          </p:nvSpPr>
          <p:spPr>
            <a:xfrm>
              <a:off x="2102354" y="3023704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16:00</a:t>
              </a:r>
              <a:endParaRPr lang="ko-KR" altLang="en-US" sz="105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F176B43-97A1-506B-A2FE-C168854768C4}"/>
                </a:ext>
              </a:extLst>
            </p:cNvPr>
            <p:cNvSpPr txBox="1"/>
            <p:nvPr/>
          </p:nvSpPr>
          <p:spPr>
            <a:xfrm>
              <a:off x="2601333" y="3023704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18:00</a:t>
              </a:r>
              <a:endParaRPr lang="ko-KR" altLang="en-US" sz="1050" dirty="0"/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99BFF534-50E9-6BCD-FBDD-A941C953C2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19854" y="2738447"/>
              <a:ext cx="0" cy="292100"/>
            </a:xfrm>
            <a:prstGeom prst="straightConnector1">
              <a:avLst/>
            </a:prstGeom>
            <a:ln>
              <a:solidFill>
                <a:srgbClr val="0000FF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CA12D19C-3C72-2B0E-625A-8883203BD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9787" y="2738447"/>
              <a:ext cx="0" cy="29210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사각형: 둥근 모서리 33">
              <a:extLst>
                <a:ext uri="{FF2B5EF4-FFF2-40B4-BE49-F238E27FC236}">
                  <a16:creationId xmlns:a16="http://schemas.microsoft.com/office/drawing/2014/main" id="{F9DF2D90-E4E9-F201-692B-B62C4DAB6104}"/>
                </a:ext>
              </a:extLst>
            </p:cNvPr>
            <p:cNvSpPr/>
            <p:nvPr/>
          </p:nvSpPr>
          <p:spPr>
            <a:xfrm>
              <a:off x="3329627" y="2224386"/>
              <a:ext cx="1401329" cy="55418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C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B3BA40B4-24EA-B86B-7635-889FA4ADDD45}"/>
                </a:ext>
              </a:extLst>
            </p:cNvPr>
            <p:cNvSpPr/>
            <p:nvPr/>
          </p:nvSpPr>
          <p:spPr>
            <a:xfrm>
              <a:off x="4737306" y="2224098"/>
              <a:ext cx="267855" cy="55418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C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B99B806-0D93-5904-40B7-0716664E1676}"/>
                </a:ext>
              </a:extLst>
            </p:cNvPr>
            <p:cNvSpPr txBox="1"/>
            <p:nvPr/>
          </p:nvSpPr>
          <p:spPr>
            <a:xfrm>
              <a:off x="3210672" y="3023704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00:30</a:t>
              </a:r>
              <a:endParaRPr lang="ko-KR" altLang="en-US" sz="1050" dirty="0"/>
            </a:p>
          </p:txBody>
        </p:sp>
        <p:cxnSp>
          <p:nvCxnSpPr>
            <p:cNvPr id="43" name="직선 화살표 연결선 42">
              <a:extLst>
                <a:ext uri="{FF2B5EF4-FFF2-40B4-BE49-F238E27FC236}">
                  <a16:creationId xmlns:a16="http://schemas.microsoft.com/office/drawing/2014/main" id="{C00704CA-44EC-5796-3289-6DEF1C3852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1351" y="2737954"/>
              <a:ext cx="0" cy="292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3D897F5-124F-73F3-BFD4-EDB80FD12DBD}"/>
                </a:ext>
              </a:extLst>
            </p:cNvPr>
            <p:cNvSpPr txBox="1"/>
            <p:nvPr/>
          </p:nvSpPr>
          <p:spPr>
            <a:xfrm>
              <a:off x="4412421" y="3023211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12:00</a:t>
              </a:r>
              <a:endParaRPr lang="ko-KR" altLang="en-US" sz="105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B677DE5-25DB-06EB-5F32-BA459364D5B5}"/>
                </a:ext>
              </a:extLst>
            </p:cNvPr>
            <p:cNvSpPr txBox="1"/>
            <p:nvPr/>
          </p:nvSpPr>
          <p:spPr>
            <a:xfrm>
              <a:off x="4911400" y="3023211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14:00</a:t>
              </a:r>
              <a:endParaRPr lang="ko-KR" altLang="en-US" sz="1050" dirty="0"/>
            </a:p>
          </p:txBody>
        </p: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72940BB7-A88E-C891-4C9E-B5EF912D67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29921" y="2737954"/>
              <a:ext cx="0" cy="292100"/>
            </a:xfrm>
            <a:prstGeom prst="straightConnector1">
              <a:avLst/>
            </a:prstGeom>
            <a:ln>
              <a:solidFill>
                <a:srgbClr val="0000FF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직선 화살표 연결선 46">
              <a:extLst>
                <a:ext uri="{FF2B5EF4-FFF2-40B4-BE49-F238E27FC236}">
                  <a16:creationId xmlns:a16="http://schemas.microsoft.com/office/drawing/2014/main" id="{E11D6039-3C8B-F57F-83D3-7403D184A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9854" y="2737954"/>
              <a:ext cx="0" cy="29210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03CD7443-B608-02DC-AD0B-2B44913B09F7}"/>
                </a:ext>
              </a:extLst>
            </p:cNvPr>
            <p:cNvSpPr/>
            <p:nvPr/>
          </p:nvSpPr>
          <p:spPr>
            <a:xfrm>
              <a:off x="5476622" y="2217741"/>
              <a:ext cx="1401329" cy="55418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B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520E2C5-5C34-B554-E610-18C23E1743B1}"/>
                </a:ext>
              </a:extLst>
            </p:cNvPr>
            <p:cNvSpPr txBox="1"/>
            <p:nvPr/>
          </p:nvSpPr>
          <p:spPr>
            <a:xfrm>
              <a:off x="5357667" y="3017059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16:30</a:t>
              </a:r>
              <a:endParaRPr lang="ko-KR" altLang="en-US" sz="1050" dirty="0"/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BB91D2B3-FE55-0AAB-8D83-B16C9759B6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8346" y="2731309"/>
              <a:ext cx="0" cy="292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B2519352-ED01-6803-F600-AFFE4751ADDF}"/>
                </a:ext>
              </a:extLst>
            </p:cNvPr>
            <p:cNvSpPr/>
            <p:nvPr/>
          </p:nvSpPr>
          <p:spPr>
            <a:xfrm>
              <a:off x="285750" y="997527"/>
              <a:ext cx="1401329" cy="55418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C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17D8FB4E-E18A-2FD4-B43C-B927E6D04E58}"/>
                </a:ext>
              </a:extLst>
            </p:cNvPr>
            <p:cNvSpPr/>
            <p:nvPr/>
          </p:nvSpPr>
          <p:spPr>
            <a:xfrm>
              <a:off x="1693429" y="997239"/>
              <a:ext cx="267855" cy="55418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C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E1403A3-EA9B-DAA4-AB33-B464B859893A}"/>
                </a:ext>
              </a:extLst>
            </p:cNvPr>
            <p:cNvSpPr txBox="1"/>
            <p:nvPr/>
          </p:nvSpPr>
          <p:spPr>
            <a:xfrm>
              <a:off x="155575" y="514350"/>
              <a:ext cx="52610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00:30</a:t>
              </a:r>
              <a:endParaRPr lang="ko-KR" altLang="en-US" sz="1050" dirty="0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3DB3151F-35CA-0B44-360B-240B5413EAF0}"/>
                </a:ext>
              </a:extLst>
            </p:cNvPr>
            <p:cNvCxnSpPr>
              <a:cxnSpLocks/>
            </p:cNvCxnSpPr>
            <p:nvPr/>
          </p:nvCxnSpPr>
          <p:spPr>
            <a:xfrm>
              <a:off x="285750" y="746125"/>
              <a:ext cx="0" cy="292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53DE9D-DD6D-98E0-7871-D1CFA179640F}"/>
                </a:ext>
              </a:extLst>
            </p:cNvPr>
            <p:cNvSpPr txBox="1"/>
            <p:nvPr/>
          </p:nvSpPr>
          <p:spPr>
            <a:xfrm>
              <a:off x="1295400" y="514350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12:00</a:t>
              </a:r>
              <a:endParaRPr lang="ko-KR" altLang="en-US" sz="1050" dirty="0"/>
            </a:p>
          </p:txBody>
        </p:sp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68BA71D4-7E41-8495-89D1-1EAB2EF6DC0C}"/>
                </a:ext>
              </a:extLst>
            </p:cNvPr>
            <p:cNvCxnSpPr>
              <a:cxnSpLocks/>
            </p:cNvCxnSpPr>
            <p:nvPr/>
          </p:nvCxnSpPr>
          <p:spPr>
            <a:xfrm>
              <a:off x="1682750" y="746125"/>
              <a:ext cx="0" cy="292100"/>
            </a:xfrm>
            <a:prstGeom prst="straightConnector1">
              <a:avLst/>
            </a:prstGeom>
            <a:ln>
              <a:solidFill>
                <a:srgbClr val="0000FF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1E7418D-DF16-C802-C7DB-EB73AE221148}"/>
                </a:ext>
              </a:extLst>
            </p:cNvPr>
            <p:cNvSpPr txBox="1"/>
            <p:nvPr/>
          </p:nvSpPr>
          <p:spPr>
            <a:xfrm>
              <a:off x="1756279" y="514350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14:00</a:t>
              </a:r>
              <a:endParaRPr lang="ko-KR" altLang="en-US" sz="1050" dirty="0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A59213A-D95B-5A23-3650-6D155454D4E1}"/>
                </a:ext>
              </a:extLst>
            </p:cNvPr>
            <p:cNvCxnSpPr>
              <a:cxnSpLocks/>
            </p:cNvCxnSpPr>
            <p:nvPr/>
          </p:nvCxnSpPr>
          <p:spPr>
            <a:xfrm>
              <a:off x="1969004" y="746125"/>
              <a:ext cx="0" cy="29210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6B4F0347-D1F0-C525-3631-F3C6A2C18D20}"/>
                </a:ext>
              </a:extLst>
            </p:cNvPr>
            <p:cNvSpPr/>
            <p:nvPr/>
          </p:nvSpPr>
          <p:spPr>
            <a:xfrm>
              <a:off x="2492879" y="995508"/>
              <a:ext cx="1675478" cy="55418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B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12B91475-6A2C-81F4-2721-118C4596D1AC}"/>
                </a:ext>
              </a:extLst>
            </p:cNvPr>
            <p:cNvSpPr/>
            <p:nvPr/>
          </p:nvSpPr>
          <p:spPr>
            <a:xfrm>
              <a:off x="4176791" y="995220"/>
              <a:ext cx="267855" cy="55418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B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F7174C6-0FD8-9938-B700-4C2B87F863A0}"/>
                </a:ext>
              </a:extLst>
            </p:cNvPr>
            <p:cNvSpPr txBox="1"/>
            <p:nvPr/>
          </p:nvSpPr>
          <p:spPr>
            <a:xfrm>
              <a:off x="2362704" y="512331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16:30</a:t>
              </a:r>
              <a:endParaRPr lang="ko-KR" altLang="en-US" sz="1050" dirty="0"/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E72D2D02-7253-8DBF-AFA6-EB22DCE2A477}"/>
                </a:ext>
              </a:extLst>
            </p:cNvPr>
            <p:cNvCxnSpPr>
              <a:cxnSpLocks/>
            </p:cNvCxnSpPr>
            <p:nvPr/>
          </p:nvCxnSpPr>
          <p:spPr>
            <a:xfrm>
              <a:off x="2492879" y="744106"/>
              <a:ext cx="0" cy="292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2CA7DAF-8A08-FACF-28CA-5B4E9FF0AF42}"/>
                </a:ext>
              </a:extLst>
            </p:cNvPr>
            <p:cNvSpPr txBox="1"/>
            <p:nvPr/>
          </p:nvSpPr>
          <p:spPr>
            <a:xfrm>
              <a:off x="3778762" y="512331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09:00</a:t>
              </a:r>
              <a:endParaRPr lang="ko-KR" altLang="en-US" sz="1050" dirty="0"/>
            </a:p>
          </p:txBody>
        </p: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B7278E7F-1964-CA5E-C734-7AB2B1A57CDD}"/>
                </a:ext>
              </a:extLst>
            </p:cNvPr>
            <p:cNvCxnSpPr>
              <a:cxnSpLocks/>
            </p:cNvCxnSpPr>
            <p:nvPr/>
          </p:nvCxnSpPr>
          <p:spPr>
            <a:xfrm>
              <a:off x="4166112" y="744106"/>
              <a:ext cx="0" cy="292100"/>
            </a:xfrm>
            <a:prstGeom prst="straightConnector1">
              <a:avLst/>
            </a:prstGeom>
            <a:ln>
              <a:solidFill>
                <a:srgbClr val="0000FF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5860320-CDFB-C414-73EA-109426CA5864}"/>
                </a:ext>
              </a:extLst>
            </p:cNvPr>
            <p:cNvSpPr txBox="1"/>
            <p:nvPr/>
          </p:nvSpPr>
          <p:spPr>
            <a:xfrm>
              <a:off x="4182490" y="512331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10:00</a:t>
              </a:r>
              <a:endParaRPr lang="ko-KR" altLang="en-US" sz="1050" dirty="0"/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9F145CC5-29B3-DF01-7357-52FD545F31FA}"/>
                </a:ext>
              </a:extLst>
            </p:cNvPr>
            <p:cNvCxnSpPr>
              <a:cxnSpLocks/>
            </p:cNvCxnSpPr>
            <p:nvPr/>
          </p:nvCxnSpPr>
          <p:spPr>
            <a:xfrm>
              <a:off x="4452366" y="744106"/>
              <a:ext cx="0" cy="29210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31455560-222F-7DE0-FB94-638C9ECB7D33}"/>
                </a:ext>
              </a:extLst>
            </p:cNvPr>
            <p:cNvSpPr/>
            <p:nvPr/>
          </p:nvSpPr>
          <p:spPr>
            <a:xfrm>
              <a:off x="4746150" y="1007290"/>
              <a:ext cx="638825" cy="554182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A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E27CABC9-09A7-928F-4508-5F759244EC0C}"/>
                </a:ext>
              </a:extLst>
            </p:cNvPr>
            <p:cNvSpPr/>
            <p:nvPr/>
          </p:nvSpPr>
          <p:spPr>
            <a:xfrm>
              <a:off x="5391325" y="1007002"/>
              <a:ext cx="267855" cy="55418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600" dirty="0">
                  <a:ln w="12700">
                    <a:noFill/>
                  </a:ln>
                  <a:solidFill>
                    <a:schemeClr val="tx1"/>
                  </a:solidFill>
                  <a:latin typeface="+mn-ea"/>
                </a:rPr>
                <a:t>A</a:t>
              </a:r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DCDC7DF-D48D-B926-6A5F-C03B576E457D}"/>
                </a:ext>
              </a:extLst>
            </p:cNvPr>
            <p:cNvSpPr txBox="1"/>
            <p:nvPr/>
          </p:nvSpPr>
          <p:spPr>
            <a:xfrm>
              <a:off x="4634422" y="512329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12:30</a:t>
              </a:r>
              <a:endParaRPr lang="ko-KR" altLang="en-US" sz="1050" dirty="0"/>
            </a:p>
          </p:txBody>
        </p:sp>
        <p:cxnSp>
          <p:nvCxnSpPr>
            <p:cNvPr id="59" name="직선 화살표 연결선 58">
              <a:extLst>
                <a:ext uri="{FF2B5EF4-FFF2-40B4-BE49-F238E27FC236}">
                  <a16:creationId xmlns:a16="http://schemas.microsoft.com/office/drawing/2014/main" id="{45266B89-EEA5-F482-F96A-5F9BA8D5A701}"/>
                </a:ext>
              </a:extLst>
            </p:cNvPr>
            <p:cNvCxnSpPr>
              <a:cxnSpLocks/>
            </p:cNvCxnSpPr>
            <p:nvPr/>
          </p:nvCxnSpPr>
          <p:spPr>
            <a:xfrm>
              <a:off x="4764597" y="744104"/>
              <a:ext cx="0" cy="29210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D941F8E-9CB9-9DFA-3E01-271040A1FE67}"/>
                </a:ext>
              </a:extLst>
            </p:cNvPr>
            <p:cNvSpPr txBox="1"/>
            <p:nvPr/>
          </p:nvSpPr>
          <p:spPr>
            <a:xfrm>
              <a:off x="5107496" y="512329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16:00</a:t>
              </a:r>
              <a:endParaRPr lang="ko-KR" altLang="en-US" sz="1050" dirty="0"/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B062F4D7-2713-D450-FBAE-502DF79AA117}"/>
                </a:ext>
              </a:extLst>
            </p:cNvPr>
            <p:cNvCxnSpPr>
              <a:cxnSpLocks/>
            </p:cNvCxnSpPr>
            <p:nvPr/>
          </p:nvCxnSpPr>
          <p:spPr>
            <a:xfrm>
              <a:off x="5390065" y="744104"/>
              <a:ext cx="0" cy="292100"/>
            </a:xfrm>
            <a:prstGeom prst="straightConnector1">
              <a:avLst/>
            </a:prstGeom>
            <a:ln>
              <a:solidFill>
                <a:srgbClr val="0000FF"/>
              </a:solidFill>
              <a:prstDash val="sysDash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3741CE3-BED1-F153-A826-B0F74B78BA60}"/>
                </a:ext>
              </a:extLst>
            </p:cNvPr>
            <p:cNvSpPr txBox="1"/>
            <p:nvPr/>
          </p:nvSpPr>
          <p:spPr>
            <a:xfrm>
              <a:off x="5511224" y="512329"/>
              <a:ext cx="511679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050" dirty="0"/>
                <a:t>18:00</a:t>
              </a:r>
              <a:endParaRPr lang="ko-KR" altLang="en-US" sz="1050" dirty="0"/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5AFC1DE4-A5FB-7CE6-77DA-12BE1137A233}"/>
                </a:ext>
              </a:extLst>
            </p:cNvPr>
            <p:cNvCxnSpPr>
              <a:cxnSpLocks/>
            </p:cNvCxnSpPr>
            <p:nvPr/>
          </p:nvCxnSpPr>
          <p:spPr>
            <a:xfrm>
              <a:off x="5676319" y="744104"/>
              <a:ext cx="0" cy="292100"/>
            </a:xfrm>
            <a:prstGeom prst="straightConnector1">
              <a:avLst/>
            </a:prstGeom>
            <a:ln>
              <a:solidFill>
                <a:srgbClr val="FF0000"/>
              </a:solidFill>
              <a:headEnd type="triangle"/>
              <a:tailEnd type="oval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39C485B3-950F-B2B5-73A7-93C2F9A50692}"/>
                </a:ext>
              </a:extLst>
            </p:cNvPr>
            <p:cNvSpPr/>
            <p:nvPr/>
          </p:nvSpPr>
          <p:spPr>
            <a:xfrm>
              <a:off x="4182879" y="1595534"/>
              <a:ext cx="1476301" cy="469914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69804"/>
              </a:schemeClr>
            </a:solidFill>
            <a:ln w="9525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0" rtlCol="0" anchor="t" anchorCtr="0"/>
            <a:lstStyle/>
            <a:p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09:00                                18:00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68" name="사각형: 둥근 모서리 67">
              <a:extLst>
                <a:ext uri="{FF2B5EF4-FFF2-40B4-BE49-F238E27FC236}">
                  <a16:creationId xmlns:a16="http://schemas.microsoft.com/office/drawing/2014/main" id="{FC53F9E2-7BF6-1F94-5C18-3860C4BDB82A}"/>
                </a:ext>
              </a:extLst>
            </p:cNvPr>
            <p:cNvSpPr/>
            <p:nvPr/>
          </p:nvSpPr>
          <p:spPr>
            <a:xfrm>
              <a:off x="2506905" y="1027868"/>
              <a:ext cx="229557" cy="49595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50196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9C195774-CC73-E7E8-A7EE-CFD16C6136BA}"/>
                </a:ext>
              </a:extLst>
            </p:cNvPr>
            <p:cNvSpPr/>
            <p:nvPr/>
          </p:nvSpPr>
          <p:spPr>
            <a:xfrm>
              <a:off x="1229737" y="1027868"/>
              <a:ext cx="440053" cy="49595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  <a:alpha val="50196"/>
              </a:schemeClr>
            </a:solidFill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 dirty="0">
                <a:ln w="12700">
                  <a:noFill/>
                </a:ln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4705DF0D-BEE5-54C2-D447-846B92E694F1}"/>
              </a:ext>
            </a:extLst>
          </p:cNvPr>
          <p:cNvSpPr/>
          <p:nvPr/>
        </p:nvSpPr>
        <p:spPr>
          <a:xfrm>
            <a:off x="5881923" y="626341"/>
            <a:ext cx="852910" cy="34116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ln w="12700">
                  <a:noFill/>
                </a:ln>
                <a:solidFill>
                  <a:schemeClr val="tx1"/>
                </a:solidFill>
                <a:latin typeface="+mn-ea"/>
              </a:rPr>
              <a:t>분석작업</a:t>
            </a:r>
            <a:endParaRPr lang="ko-KR" altLang="en-US" sz="1000" dirty="0">
              <a:ln w="12700">
                <a:noFill/>
              </a:ln>
              <a:solidFill>
                <a:schemeClr val="tx1"/>
              </a:solidFill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593B1F7-EC8D-F73B-1987-033CB5BD235E}"/>
              </a:ext>
            </a:extLst>
          </p:cNvPr>
          <p:cNvSpPr/>
          <p:nvPr/>
        </p:nvSpPr>
        <p:spPr>
          <a:xfrm>
            <a:off x="5881923" y="978003"/>
            <a:ext cx="852910" cy="341168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12700">
                  <a:noFill/>
                </a:ln>
                <a:solidFill>
                  <a:schemeClr val="tx1"/>
                </a:solidFill>
                <a:latin typeface="+mn-ea"/>
              </a:rPr>
              <a:t>검토</a:t>
            </a:r>
            <a:r>
              <a:rPr lang="en-US" altLang="ko-KR" sz="1000" dirty="0">
                <a:ln w="12700">
                  <a:noFill/>
                </a:ln>
                <a:solidFill>
                  <a:schemeClr val="tx1"/>
                </a:solidFill>
                <a:latin typeface="+mn-ea"/>
              </a:rPr>
              <a:t>/</a:t>
            </a:r>
            <a:r>
              <a:rPr lang="ko-KR" altLang="en-US" sz="1000" dirty="0">
                <a:ln w="12700">
                  <a:noFill/>
                </a:ln>
                <a:solidFill>
                  <a:schemeClr val="tx1"/>
                </a:solidFill>
                <a:latin typeface="+mn-ea"/>
              </a:rPr>
              <a:t>수정</a:t>
            </a: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EAE5015E-1682-D3D5-5905-6A09DC819010}"/>
              </a:ext>
            </a:extLst>
          </p:cNvPr>
          <p:cNvCxnSpPr>
            <a:cxnSpLocks/>
          </p:cNvCxnSpPr>
          <p:nvPr/>
        </p:nvCxnSpPr>
        <p:spPr>
          <a:xfrm>
            <a:off x="7219664" y="754784"/>
            <a:ext cx="2984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F0D39B87-253C-34E4-8E1A-E1213F99D3E2}"/>
              </a:ext>
            </a:extLst>
          </p:cNvPr>
          <p:cNvSpPr txBox="1"/>
          <p:nvPr/>
        </p:nvSpPr>
        <p:spPr>
          <a:xfrm>
            <a:off x="7611712" y="629101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작업 데이터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47E42A84-D32B-0E24-EC82-68122E03090C}"/>
              </a:ext>
            </a:extLst>
          </p:cNvPr>
          <p:cNvCxnSpPr>
            <a:cxnSpLocks/>
          </p:cNvCxnSpPr>
          <p:nvPr/>
        </p:nvCxnSpPr>
        <p:spPr>
          <a:xfrm>
            <a:off x="7219664" y="989734"/>
            <a:ext cx="298450" cy="0"/>
          </a:xfrm>
          <a:prstGeom prst="straightConnector1">
            <a:avLst/>
          </a:prstGeom>
          <a:ln>
            <a:solidFill>
              <a:srgbClr val="0000FF"/>
            </a:solidFill>
            <a:prstDash val="sys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DBC04BF9-A7BC-C08D-1591-CAAF3A777612}"/>
              </a:ext>
            </a:extLst>
          </p:cNvPr>
          <p:cNvSpPr txBox="1"/>
          <p:nvPr/>
        </p:nvSpPr>
        <p:spPr>
          <a:xfrm>
            <a:off x="7611712" y="864051"/>
            <a:ext cx="11079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분석작업 결과물</a:t>
            </a:r>
          </a:p>
        </p:txBody>
      </p: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280F9DE6-6166-A598-D5A1-CAD272E5A327}"/>
              </a:ext>
            </a:extLst>
          </p:cNvPr>
          <p:cNvCxnSpPr>
            <a:cxnSpLocks/>
          </p:cNvCxnSpPr>
          <p:nvPr/>
        </p:nvCxnSpPr>
        <p:spPr>
          <a:xfrm>
            <a:off x="7219664" y="1211984"/>
            <a:ext cx="298450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FDC3D8BD-BB4A-9CD3-7B97-AEF7D2484483}"/>
              </a:ext>
            </a:extLst>
          </p:cNvPr>
          <p:cNvSpPr txBox="1"/>
          <p:nvPr/>
        </p:nvSpPr>
        <p:spPr>
          <a:xfrm>
            <a:off x="7611712" y="1086301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최종 결과물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63D6877-F945-65D0-433D-266D630F9C1C}"/>
              </a:ext>
            </a:extLst>
          </p:cNvPr>
          <p:cNvSpPr txBox="1"/>
          <p:nvPr/>
        </p:nvSpPr>
        <p:spPr>
          <a:xfrm>
            <a:off x="322301" y="347519"/>
            <a:ext cx="215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>
                <a:latin typeface="+mn-ea"/>
              </a:rPr>
              <a:t>육안분석 작업 </a:t>
            </a:r>
            <a:r>
              <a:rPr lang="en-US" altLang="ko-KR" sz="1400" b="1" dirty="0" err="1">
                <a:latin typeface="+mn-ea"/>
              </a:rPr>
              <a:t>Shcedule</a:t>
            </a:r>
            <a:endParaRPr lang="ko-KR" altLang="en-US" sz="14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7092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61</Words>
  <Application>Microsoft Office PowerPoint</Application>
  <PresentationFormat>화면 슬라이드 쇼(4:3)</PresentationFormat>
  <Paragraphs>52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백운엽</dc:creator>
  <cp:lastModifiedBy>백운엽</cp:lastModifiedBy>
  <cp:revision>2</cp:revision>
  <dcterms:created xsi:type="dcterms:W3CDTF">2026-04-01T07:20:28Z</dcterms:created>
  <dcterms:modified xsi:type="dcterms:W3CDTF">2026-04-01T08:19:31Z</dcterms:modified>
</cp:coreProperties>
</file>